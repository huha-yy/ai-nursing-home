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养老院院长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养老院运营的四个断层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一支 7×24 在岗的数字员工团队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对话式查询：把 ERP 装进一句话里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角色化数据边界：同一个问题，不同的答案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运营大屏：全院一屏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 Agent 协作周报：四步流转，全程自动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健康告警与护理工单：异常有分级，处理有留痕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不止 AI：一套可定制的轻量管理系统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说的每个数，都来自 ERP 台账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五层架构，跑在院内服务器上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已在真实规模环境部署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 Agent 真正进入 养老院经营现场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